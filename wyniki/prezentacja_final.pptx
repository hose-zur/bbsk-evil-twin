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320040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Ataki Evil Twin, KARMA i 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Analiza, detekcja i przeciwdzialanie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Bezpieczenstwo Sieci Bezprzewodowych | AGH WIEiT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1. Czym jest Rogue 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2. Atak Evil Twin — mechanizm i nasze wyniki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3. Atak KARMA — mechanizm i nasze wyniki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4. Atak MANA — probe request interception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5. Trzy metody detekcji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6. Eksperyment: 10 cykli ON/OFF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7. Porownanie Evil Twin vs KARMA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8. WiFiSlayer — narzedzie pomocnicze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9. Mitygacja i wnioski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Atak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Mechanizm:</a:t>
            </a:r>
            <a:br/>
            <a:r>
              <a:t>1. Klonujemy SSID (601A)</a:t>
            </a:r>
            <a:br/>
            <a:r>
              <a:t>2. Wysylamy deauth (aireplay-ng)</a:t>
            </a:r>
            <a:br/>
            <a:r>
              <a:t>3. iPhone traci Wi-Fi</a:t>
            </a:r>
            <a:br/>
            <a:r>
              <a:t>4. iPhone laczy sie z naszym AP</a:t>
            </a:r>
            <a:br/>
            <a:br/>
            <a:r>
              <a:t>Nasze wyniki:</a:t>
            </a:r>
            <a:br/>
            <a:r>
              <a:t>  BSSID Evil: 64:70:02:18:B9:22</a:t>
            </a:r>
            <a:br/>
            <a:r>
              <a:t>  BSSID Orig: 7C:F1:7E:C1:7B:95</a:t>
            </a:r>
            <a:br/>
            <a:r>
              <a:t>  Oba z SSID: 601A</a:t>
            </a:r>
            <a:br/>
            <a:r>
              <a:t>  RSSI Evil: -22.8 dBm</a:t>
            </a:r>
            <a:br/>
            <a:r>
              <a:t>  RSSI Orig: -42.1 dBm</a:t>
            </a:r>
            <a:br/>
            <a:r>
              <a:t>  Delta: 20.3 dBm</a:t>
            </a:r>
            <a:br/>
            <a:r>
              <a:t>  Beacony: 2928 vs 3882</a:t>
            </a:r>
            <a:br/>
            <a:r>
              <a:t>  Vendor: NONE vs Microsoft WPS</a:t>
            </a:r>
          </a:p>
        </p:txBody>
      </p:sp>
      <p:pic>
        <p:nvPicPr>
          <p:cNvPr id="5" name="Picture 4" descr="evil_twin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Atak KARMA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</a:defRPr>
            </a:pPr>
            <a:r>
              <a:t>Mechanizm:</a:t>
            </a:r>
            <a:br/>
            <a:r>
              <a:t>1. AP nasluchuje probe requestow</a:t>
            </a:r>
            <a:br/>
            <a:r>
              <a:t>2. iPhone wysyla zapytania o znane sieci</a:t>
            </a:r>
            <a:br/>
            <a:r>
              <a:t>3. KARMA odpowiada beaconem</a:t>
            </a:r>
            <a:br/>
            <a:r>
              <a:t>4. Klient widzi "swoja" siec</a:t>
            </a:r>
            <a:br/>
            <a:br/>
            <a:r>
              <a:t>Roznica od Evil Twin:</a:t>
            </a:r>
            <a:br/>
            <a:r>
              <a:t>  Evil Twin: WIELE BSSID → 1 SSID</a:t>
            </a:r>
            <a:br/>
            <a:r>
              <a:t>  KARMA: 1 BSSID → WIELE SSID</a:t>
            </a:r>
            <a:br/>
            <a:br/>
            <a:r>
              <a:t>Nasze wyniki:</a:t>
            </a:r>
            <a:br/>
            <a:r>
              <a:t>  BSSID: 64:70:02:18:B9:22</a:t>
            </a:r>
            <a:br/>
            <a:r>
              <a:t>  SSID: 601A + FreeWiFi</a:t>
            </a:r>
            <a:br/>
            <a:r>
              <a:t>  RSSI: stale (to samo urzadzenie)</a:t>
            </a:r>
            <a:br/>
            <a:r>
              <a:t>  Probe requesty iPhone'a przechwycone</a:t>
            </a:r>
          </a:p>
        </p:txBody>
      </p:sp>
      <p:pic>
        <p:nvPicPr>
          <p:cNvPr id="5" name="Picture 4" descr="karma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914400"/>
            <a:ext cx="5943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Trzy metody detekcji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Metoda 1: Fingerprinting IE — porownanie Information Elements (Vendor OUI, HT Capabilities, Power Constraint)</a:t>
            </a:r>
            <a:br/>
            <a:r>
              <a:t>  Wynik: 15/18 IE rozni sie. Oryginalny AP ma Microsoft WPS + HT Capabilities, Evil Twin nie ma nic.</a:t>
            </a:r>
            <a:br/>
            <a:br/>
            <a:r>
              <a:t>Metoda 2: Analiza RSSI — porownanie poziomu sygnalu (Radiotap dBm Antenna Signal)</a:t>
            </a:r>
            <a:br/>
            <a:r>
              <a:t>  Wynik: Delta 20.3 dBm. Evil Twin (-22.8) 100x blizej niz oryginal (-42.1).</a:t>
            </a:r>
            <a:br/>
            <a:br/>
            <a:r>
              <a:t>Metoda 3: Sequence Numbers — sledzenie 12-bitowego licznika ramek Beacon</a:t>
            </a:r>
            <a:br/>
            <a:r>
              <a:t>  Wynik: Dwa niezalezne strumienie (0-2045 vs 0-4095). Brak nakladania.</a:t>
            </a:r>
          </a:p>
        </p:txBody>
      </p:sp>
      <p:pic>
        <p:nvPicPr>
          <p:cNvPr id="5" name="Picture 4" descr="evil_twin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4720"/>
            <a:ext cx="5486400" cy="2926080"/>
          </a:xfrm>
          <a:prstGeom prst="rect">
            <a:avLst/>
          </a:prstGeom>
        </p:spPr>
      </p:pic>
      <p:pic>
        <p:nvPicPr>
          <p:cNvPr id="6" name="Picture 5" descr="karma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474720"/>
            <a:ext cx="5486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Eksperyment: 10 cykli ON/OFF Evil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Przebieg:</a:t>
            </a:r>
            <a:br/>
            <a:r>
              <a:t>1. iPhone na Evil Twin (64:70...)</a:t>
            </a:r>
            <a:br/>
            <a:r>
              <a:t>2. Wylaczenie AP → iPhone odlaczony</a:t>
            </a:r>
            <a:br/>
            <a:r>
              <a:t>3. Wlaczenie AP → iPhone reconnect</a:t>
            </a:r>
            <a:br/>
            <a:r>
              <a:t>4. Powtorzono 10 razy</a:t>
            </a:r>
            <a:br/>
            <a:br/>
            <a:r>
              <a:t>Statystyki:</a:t>
            </a:r>
            <a:br/>
            <a:r>
              <a:t>  Pakiety: 55.490</a:t>
            </a:r>
            <a:br/>
            <a:r>
              <a:t>  Beacony Evil: 2.928</a:t>
            </a:r>
            <a:br/>
            <a:r>
              <a:t>  Beacony Orig: 3.882</a:t>
            </a:r>
            <a:br/>
            <a:r>
              <a:t>  Sukces reconnect: 10/10 (100%)</a:t>
            </a:r>
            <a:br/>
            <a:r>
              <a:t>  Sredni czas: ~6 sekund</a:t>
            </a:r>
            <a:br/>
            <a:br/>
            <a:r>
              <a:t>Wniosek:</a:t>
            </a:r>
            <a:br/>
            <a:r>
              <a:t>iPhone przechodzi miedzy AP</a:t>
            </a:r>
            <a:br/>
            <a:r>
              <a:t>automatycznie, bez wiedzy uzytkownika.</a:t>
            </a:r>
            <a:br/>
            <a:r>
              <a:t>Czas ~6s jest niezauwazalny.</a:t>
            </a:r>
          </a:p>
        </p:txBody>
      </p:sp>
      <p:pic>
        <p:nvPicPr>
          <p:cNvPr id="5" name="Picture 4" descr="evil_twin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Porownanie: Evil Twin vs KARMA</a:t>
            </a:r>
          </a:p>
        </p:txBody>
      </p:sp>
      <p:pic>
        <p:nvPicPr>
          <p:cNvPr id="4" name="Picture 3" descr="comparison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957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WiFiSlayer — narzedzie pomocnicze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Framework do audytu WiFi</a:t>
            </a:r>
            <a:br/>
            <a:r>
              <a:t>github.com/waheeb71/WiFiSlayer</a:t>
            </a:r>
            <a:br/>
            <a:br/>
            <a:r>
              <a:t>Funkcjonalnosci:</a:t>
            </a:r>
            <a:br/>
            <a:r>
              <a:t>- Evil Twin z captive portalem</a:t>
            </a:r>
            <a:br/>
            <a:r>
              <a:t>- WPA/WPA2 Handshake capture</a:t>
            </a:r>
            <a:br/>
            <a:r>
              <a:t>- PMKID attack</a:t>
            </a:r>
            <a:br/>
            <a:r>
              <a:t>- Deauth/Beacon flooding</a:t>
            </a:r>
            <a:br/>
            <a:r>
              <a:t>- Auto-Pwn (automatyczny atak)</a:t>
            </a:r>
            <a:br/>
            <a:br/>
            <a:r>
              <a:t>Nasze testy:</a:t>
            </a:r>
            <a:br/>
            <a:r>
              <a:t>  Captive Portal: DZIALA</a:t>
            </a:r>
            <a:br/>
            <a:r>
              <a:t>  Haslo przechwycone: mama1234</a:t>
            </a:r>
            <a:br/>
            <a:r>
              <a:t>  Strona: Router Firmware Update</a:t>
            </a:r>
            <a:br/>
            <a:r>
              <a:t>  Lamanie WPA: nie testowane</a:t>
            </a:r>
            <a:br/>
            <a:br/>
            <a:r>
              <a:t>Wniosek: zewnetrzne narzedzia</a:t>
            </a:r>
            <a:br/>
            <a:r>
              <a:t>do ataku, nasze do DETEKCJI.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Klucz do sukcesu captive portal:</a:t>
            </a:r>
            <a:br/>
            <a:br/>
            <a:r>
              <a:t>DNS redirect:</a:t>
            </a:r>
            <a:br/>
            <a:r>
              <a:t>  address=/#/192.168.1.1</a:t>
            </a:r>
            <a:br/>
            <a:br/>
            <a:r>
              <a:t>Przekierowuje wszystkie zapytania</a:t>
            </a:r>
            <a:br/>
            <a:r>
              <a:t>DNS na serwer captive portal.</a:t>
            </a:r>
            <a:br/>
            <a:r>
              <a:t>Dzieki temu iOS CNA wykrywa</a:t>
            </a:r>
            <a:br/>
            <a:r>
              <a:t>portal i wyswietla strone logowania.</a:t>
            </a:r>
            <a:br/>
            <a:br/>
            <a:r>
              <a:t>Nasza wlasna implementacja nie</a:t>
            </a:r>
            <a:br/>
            <a:r>
              <a:t>zadzialala z iOS — WiFiSlayer</a:t>
            </a:r>
            <a:br/>
            <a:r>
              <a:t>rozwiazal ten problem.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Mitygacja — jak sie chronic?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Dla administratorow:</a:t>
            </a:r>
            <a:br/>
            <a:br/>
            <a:r>
              <a:t>802.11w (PMF) — Protected Management</a:t>
            </a:r>
            <a:br/>
            <a:r>
              <a:t>Frames szyfruje ramki zarzadzania</a:t>
            </a:r>
            <a:br/>
            <a:r>
              <a:t>→ blokuje ataki deauth</a:t>
            </a:r>
            <a:br/>
            <a:br/>
            <a:r>
              <a:t>WIDS/WIPS — systemy detekcji</a:t>
            </a:r>
            <a:br/>
            <a:r>
              <a:t>monitoruja duplikaty SSID</a:t>
            </a:r>
            <a:br/>
            <a:r>
              <a:t>i anomalie RSSI</a:t>
            </a:r>
            <a:br/>
            <a:br/>
            <a:r>
              <a:t>EAP-TLS — certyfikaty dla AP</a:t>
            </a:r>
            <a:br/>
            <a:r>
              <a:t>→ klient weryfikuje tozsamosc</a:t>
            </a:r>
            <a:br/>
            <a:br/>
            <a:r>
              <a:t>Regularne skanowanie eteru</a:t>
            </a:r>
            <a:br/>
            <a:r>
              <a:t>(tak jak nasz analyze_pcap.py)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</a:defRPr>
            </a:pPr>
            <a:r>
              <a:t>Dla uzytkownikow:</a:t>
            </a:r>
            <a:br/>
            <a:br/>
            <a:r>
              <a:t>VPN — szyfruje caly ruch</a:t>
            </a:r>
            <a:br/>
            <a:r>
              <a:t>nawet na rogue AP dane bezpieczne</a:t>
            </a:r>
            <a:br/>
            <a:br/>
            <a:r>
              <a:t>Unikanie otwartych sieci WiFi</a:t>
            </a:r>
            <a:br/>
            <a:br/>
            <a:r>
              <a:t>Wylaczenie auto-join dla</a:t>
            </a:r>
            <a:br/>
            <a:r>
              <a:t>zapisanych sieci</a:t>
            </a:r>
            <a:br/>
            <a:br/>
            <a:r>
              <a:t>DNS-over-HTTPS — chroni przed</a:t>
            </a:r>
            <a:br/>
            <a:r>
              <a:t>podslychem zapytan DNS</a:t>
            </a:r>
            <a:br/>
            <a:br/>
            <a:r>
              <a:t>Sprawdzanie certyfikatow HTTPS</a:t>
            </a:r>
            <a:br/>
            <a:r>
              <a:t>(zielona klodka ≠ bezpieczne WiFi)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2743200"/>
          </a:xfrm>
          <a:prstGeom prst="rect">
            <a:avLst/>
          </a:prstGeom>
          <a:solidFill>
            <a:srgbClr val="D41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 typy atakow</a:t>
            </a:r>
            <a:br/>
            <a:r>
              <a:t>Evil Twin  KARMA  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3 metody detekcji</a:t>
            </a:r>
            <a:br/>
            <a:r>
              <a:t>IE  RSSI  Seq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9144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55k+ pakietow</a:t>
            </a:r>
            <a:br/>
            <a:r>
              <a:t>10 cykli ON/OFF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Narzedzia open source: analyze_pcap.py  |  beacon_diff.py  |  github.com/Hose-Zur/BBSK-Evil-Twin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Dziekujemy za uwage!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Pytania?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github.com/Hose-Zur/BBSK-Evil-Twin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