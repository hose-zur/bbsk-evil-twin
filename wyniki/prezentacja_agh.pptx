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286000"/>
            <a:ext cx="12188952" cy="3200400"/>
          </a:xfrm>
          <a:prstGeom prst="rect">
            <a:avLst/>
          </a:prstGeom>
          <a:solidFill>
            <a:srgbClr val="D4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468880"/>
            <a:ext cx="103601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Ataki Evil Twin, KARMA i MANA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103601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</a:defRPr>
            </a:pPr>
            <a:r>
              <a:t>Analiza, detekcja i przeciwdziałanie atakom Rogue Access Point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669280"/>
            <a:ext cx="103601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66666"/>
                </a:solidFill>
              </a:defRPr>
            </a:pPr>
            <a:r>
              <a:t>Bezpieczeństwo Sieci Bezprzewodowych  |  AGH WIEiT  |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D4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0000"/>
                </a:solidFill>
              </a:defRPr>
            </a:pPr>
            <a:r>
              <a:t>1. Czym jest Rogue AP?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1417319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</a:defRPr>
            </a:pPr>
            <a:r>
              <a:t>Definicja, zagrożenia, schemat ataku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5564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0000"/>
                </a:solidFill>
              </a:defRPr>
            </a:pPr>
            <a:r>
              <a:t>2. Atak Evil Twin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207568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</a:defRPr>
            </a:pPr>
            <a:r>
              <a:t>Klonowanie SSID, deauth, przejęcie klienta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414015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0000"/>
                </a:solidFill>
              </a:defRPr>
            </a:pPr>
            <a:r>
              <a:t>3. Atak KARMA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2734056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</a:defRPr>
            </a:pPr>
            <a:r>
              <a:t>Pasywne przechwytywanie probe requestów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072384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0000"/>
                </a:solidFill>
              </a:defRPr>
            </a:pPr>
            <a:r>
              <a:t>4. Atak MANA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3392424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</a:defRPr>
            </a:pPr>
            <a:r>
              <a:t>Zaawansowany atak (Loud Mode, directed probes)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730752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0000"/>
                </a:solidFill>
              </a:defRPr>
            </a:pPr>
            <a:r>
              <a:t>5. 3 metody detekcji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4050791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</a:defRPr>
            </a:pPr>
            <a:r>
              <a:t>Fingerprinting IE, Analiza RSSI, Sequence Numbers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3891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0000"/>
                </a:solidFill>
              </a:defRPr>
            </a:pPr>
            <a:r>
              <a:t>6. Eksperyment praktyczny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4709159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</a:defRPr>
            </a:pPr>
            <a:r>
              <a:t>10 cykli ON/OFF – wyniki i wnioski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04748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0000"/>
                </a:solidFill>
              </a:defRPr>
            </a:pPr>
            <a:r>
              <a:t>7. WiFiSlayer – narzędzie pomocnicze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5367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</a:defRPr>
            </a:pPr>
            <a:r>
              <a:t>Captive portal i automatyzacja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705856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0000"/>
                </a:solidFill>
              </a:defRPr>
            </a:pPr>
            <a:r>
              <a:t>8. Mitygacja i ochrona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28800" y="6025896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</a:defRPr>
            </a:pPr>
            <a:r>
              <a:t>802.11w, WIDS, EAP-TLS, VPN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D4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Czym jest Rogue Access Point?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0000"/>
                </a:solidFill>
              </a:defRPr>
            </a:pPr>
            <a:r>
              <a:t>Nieautoryzowany punkt dostepowy podszywajacy sie pod legalna siec WiFi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00000"/>
                </a:solidFill>
              </a:defRPr>
            </a:pPr>
            <a:r>
              <a:t>Standard 802.11 nie weryfikuje tozsamosci AP.</a:t>
            </a:r>
            <a:br/>
            <a:r>
              <a:t>Klient nie widzi roznicy miedzy oryginalnym AP</a:t>
            </a:r>
            <a:br/>
            <a:r>
              <a:t>a Evil Twin. Atakujacy moze przechwycic haslo,</a:t>
            </a:r>
            <a:br/>
            <a:r>
              <a:t>ruch sieciowy i dane logowania.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64592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00000"/>
                </a:solidFill>
              </a:defRPr>
            </a:pPr>
            <a:r>
              <a:t>Rodzaje atakow:</a:t>
            </a:r>
            <a:br/>
            <a:br/>
            <a:r>
              <a:t>  Evil Twin - klonowanie konkretnego SSID</a:t>
            </a:r>
            <a:br/>
            <a:r>
              <a:t>  KARMA - odpowiedz na wszystkie probe requesty</a:t>
            </a:r>
            <a:br/>
            <a:r>
              <a:t>  MANA - directed probes + Loud Mode</a:t>
            </a:r>
            <a:br/>
            <a:br/>
            <a:r>
              <a:t>Metody detekcji:</a:t>
            </a:r>
            <a:br/>
            <a:br/>
            <a:r>
              <a:t>  IE Fingerprinting (15/18 roznic)</a:t>
            </a:r>
            <a:br/>
            <a:r>
              <a:t>  Analiza RSSI (delta 20 dBm)</a:t>
            </a:r>
            <a:br/>
            <a:r>
              <a:t>  Sequence Numbers (2 strumienie)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D4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Atak Evil Twin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00000"/>
                </a:solidFill>
              </a:defRPr>
            </a:pPr>
            <a:r>
              <a:t>Mechanizm:</a:t>
            </a:r>
            <a:br/>
            <a:br/>
            <a:r>
              <a:t>1. Klonujemy konkretny SSID (np. 601A)</a:t>
            </a:r>
            <a:br/>
            <a:r>
              <a:t>2. Wysylamy ramki deauth do klientow</a:t>
            </a:r>
            <a:br/>
            <a:r>
              <a:t>3. Klient traci polaczenie z oryginalem</a:t>
            </a:r>
            <a:br/>
            <a:r>
              <a:t>4. Klient laczy sie z naszym AP</a:t>
            </a:r>
            <a:br/>
            <a:r>
              <a:t>5. Captive portal przechwytuje haslo</a:t>
            </a:r>
            <a:br/>
            <a:br/>
            <a:r>
              <a:t>Nasze wyniki:</a:t>
            </a:r>
            <a:br/>
            <a:br/>
            <a:r>
              <a:t>  Urzadzenie: TP-Link TL-WDN3200 (RT5572)</a:t>
            </a:r>
            <a:br/>
            <a:r>
              <a:t>  Ofiara: iPhone (BA:A1:0E:08:E0:35)</a:t>
            </a:r>
            <a:br/>
            <a:r>
              <a:t>  55.490 pakietow przechwyconych</a:t>
            </a:r>
            <a:br/>
            <a:r>
              <a:t>  6.810 beaconow (2928 Evil + 3882 oryginal)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0" y="109728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00000"/>
                </a:solidFill>
              </a:defRPr>
            </a:pPr>
            <a:r>
              <a:t>Roznice miedzy AP:</a:t>
            </a:r>
            <a:br/>
            <a:br/>
            <a:r>
              <a:t>  Oryginal: 7C:F1:7E:C1:7B:95</a:t>
            </a:r>
            <a:br/>
            <a:r>
              <a:t>  Evil Twin: 64:70:02:18:B9:22</a:t>
            </a:r>
            <a:br/>
            <a:br/>
            <a:r>
              <a:t>  Oryginal: RSSI -42.1 dBm (daleko)</a:t>
            </a:r>
            <a:br/>
            <a:r>
              <a:t>  Evil Twin: RSSI -22.8 dBm (blisko)</a:t>
            </a:r>
            <a:br/>
            <a:br/>
            <a:r>
              <a:t>  Delta RSSI: 20.3 dBm (anomalia!)</a:t>
            </a:r>
            <a:br/>
            <a:br/>
            <a:r>
              <a:t>  Oryginal: HT Capabilities TAK</a:t>
            </a:r>
            <a:br/>
            <a:r>
              <a:t>  Evil Twin: HT Capabilities NIE</a:t>
            </a:r>
            <a:br/>
            <a:br/>
            <a:r>
              <a:t>  Oryginal: Vendor: Microsoft WPS</a:t>
            </a:r>
            <a:br/>
            <a:r>
              <a:t>  Evil Twin: Vendor: brak (karta USB)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D4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Atak KARMA (Karma Attacks Radio Machines Automatically)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00000"/>
                </a:solidFill>
              </a:defRPr>
            </a:pPr>
            <a:r>
              <a:t>Mechanizm:</a:t>
            </a:r>
            <a:br/>
            <a:br/>
            <a:r>
              <a:t>1. Rogue AP nasluchuje probe requestow</a:t>
            </a:r>
            <a:br/>
            <a:r>
              <a:t>2. Kazdy klient wysyla zapytania o znane sieci</a:t>
            </a:r>
            <a:br/>
            <a:r>
              <a:t>3. KARMA odpowiada beaconem z zadanym SSID</a:t>
            </a:r>
            <a:br/>
            <a:r>
              <a:t>4. Klient moze polaczyc sie automatycznie</a:t>
            </a:r>
            <a:br/>
            <a:br/>
            <a:r>
              <a:t>Roznica w stosunku do Evil Twin:</a:t>
            </a:r>
            <a:br/>
            <a:br/>
            <a:r>
              <a:t>  Evil Twin: wiele BSSID -&gt; 1 SSID</a:t>
            </a:r>
            <a:br/>
            <a:r>
              <a:t>  KARMA: 1 BSSID -&gt; wiele SSID</a:t>
            </a:r>
            <a:br/>
            <a:br/>
            <a:r>
              <a:t>Nasze wyniki:</a:t>
            </a:r>
            <a:br/>
            <a:br/>
            <a:r>
              <a:t>  hostapd-mana (enable_mana=0)</a:t>
            </a:r>
            <a:br/>
            <a:r>
              <a:t>  Przechwycone probe requesty iPhone'a:</a:t>
            </a:r>
            <a:br/>
            <a:r>
              <a:t>  Probe Request (601A), RSSI -34 dBm</a:t>
            </a:r>
            <a:br/>
            <a:r>
              <a:t>  iPhone aktywnie szuka sieci 601A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0" y="1371600"/>
            <a:ext cx="4572000" cy="41148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0" y="1554480"/>
            <a:ext cx="4114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0000"/>
                </a:solidFill>
              </a:defRPr>
            </a:pPr>
            <a:r>
              <a:t>Ograniczenia KARMY:</a:t>
            </a:r>
            <a:br/>
            <a:br/>
            <a:r>
              <a:t>  Nowe systemy (iOS 10+, Android 8+)</a:t>
            </a:r>
            <a:br/>
            <a:r>
              <a:t>  uzywaja pasywnego skanowania -</a:t>
            </a:r>
            <a:br/>
            <a:r>
              <a:t>  nie wysylaja probe requestow.</a:t>
            </a:r>
            <a:br/>
            <a:br/>
            <a:r>
              <a:t>  Directed probe requests -</a:t>
            </a:r>
            <a:br/>
            <a:r>
              <a:t>  klient szuka konkretnego BSSID,</a:t>
            </a:r>
            <a:br/>
            <a:r>
              <a:t>  nie broadcastu.</a:t>
            </a:r>
            <a:br/>
            <a:br/>
            <a:r>
              <a:t>  KARMA nie wymusza rozlaczenia -</a:t>
            </a:r>
            <a:br/>
            <a:r>
              <a:t>  klient sam decyduje czy sie polaczyc.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D4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Atak MANA (SensePost, Defcon 22)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00000"/>
                </a:solidFill>
              </a:defRPr>
            </a:pPr>
            <a:r>
              <a:t>Ulepszenia KARMY:</a:t>
            </a:r>
            <a:br/>
            <a:br/>
            <a:r>
              <a:t>- Odpowiada na directed probe requests</a:t>
            </a:r>
            <a:br/>
            <a:r>
              <a:t>  (ignoruje docelowy BSSID)</a:t>
            </a:r>
            <a:br/>
            <a:br/>
            <a:r>
              <a:t>- Loud Mode: emituje popularne SSID co ~10s</a:t>
            </a:r>
            <a:br/>
            <a:br/>
            <a:r>
              <a:t>- EAP Capture: przechwytuje handshake</a:t>
            </a:r>
            <a:br/>
            <a:r>
              <a:t>  dla sieci Enterprise (eduroam itp.)</a:t>
            </a:r>
            <a:br/>
            <a:br/>
            <a:r>
              <a:t>- Multiple BSSID: jeden interfejs,</a:t>
            </a:r>
            <a:br/>
            <a:r>
              <a:t>  wiele wirtualnych AP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0" y="1371600"/>
            <a:ext cx="4572000" cy="4114800"/>
          </a:xfrm>
          <a:prstGeom prst="rect">
            <a:avLst/>
          </a:prstGeom>
          <a:solidFill>
            <a:srgbClr val="FF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0" y="1554480"/>
            <a:ext cx="4114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41920"/>
                </a:solidFill>
              </a:defRPr>
            </a:pPr>
            <a:r>
              <a:t>Nasze wyniki:</a:t>
            </a:r>
            <a:br/>
            <a:br/>
            <a:r>
              <a:t>  hostapd-mana (enable_mana=1)</a:t>
            </a:r>
            <a:br/>
            <a:br/>
            <a:r>
              <a:t>  MANA przechwycil directed probe</a:t>
            </a:r>
            <a:br/>
            <a:r>
              <a:t>  requesty iPhone'a:</a:t>
            </a:r>
            <a:br/>
            <a:br/>
            <a:r>
              <a:t>  "MANA - Directed probe request</a:t>
            </a:r>
            <a:br/>
            <a:r>
              <a:t>   for SSID 601A from ba:a1:..."</a:t>
            </a:r>
            <a:br/>
            <a:br/>
            <a:r>
              <a:t>UWAGA:</a:t>
            </a:r>
            <a:br/>
            <a:r>
              <a:t>  MANA nie wymusza rozlaczenia.</a:t>
            </a:r>
            <a:br/>
            <a:r>
              <a:t>  To atak pasywny - czeka az</a:t>
            </a:r>
            <a:br/>
            <a:r>
              <a:t>  klient sam przejdzie do naszego AP.</a:t>
            </a:r>
            <a:br/>
            <a:r>
              <a:t>  Captive Portal iOS nas zablokowal.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D4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Trzy metody detekcji Evil Twin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3657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00000"/>
                </a:solidFill>
              </a:defRPr>
            </a:pPr>
            <a:r>
              <a:t>1. Fingerprinting IE</a:t>
            </a:r>
            <a:br/>
            <a:br/>
            <a:r>
              <a:t>Porownanie Information Elements</a:t>
            </a:r>
            <a:br/>
            <a:r>
              <a:t>w ramkach Beacon:</a:t>
            </a:r>
            <a:br/>
            <a:r>
              <a:t>- HT Capabilities</a:t>
            </a:r>
            <a:br/>
            <a:r>
              <a:t>- Vendor Specific (OUI)</a:t>
            </a:r>
            <a:br/>
            <a:r>
              <a:t>- Power Constraint</a:t>
            </a:r>
            <a:br/>
            <a:r>
              <a:t>- Extended Capabilities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97680" y="1097280"/>
            <a:ext cx="3657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00000"/>
                </a:solidFill>
              </a:defRPr>
            </a:pPr>
            <a:r>
              <a:t>2. Analiza RSSI</a:t>
            </a:r>
            <a:br/>
            <a:br/>
            <a:r>
              <a:t>Porownanie poziomu sygnalu:</a:t>
            </a:r>
            <a:br/>
            <a:r>
              <a:t>- Evil Twin: -22.8 dBm</a:t>
            </a:r>
            <a:br/>
            <a:r>
              <a:t>- Oryginal: -42.1 dBm</a:t>
            </a:r>
            <a:br/>
            <a:r>
              <a:t>- Delta: 20.3 dBm (anomalia)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38160" y="1097280"/>
            <a:ext cx="3657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00000"/>
                </a:solidFill>
              </a:defRPr>
            </a:pPr>
            <a:r>
              <a:t>3. Sequence Numbers</a:t>
            </a:r>
            <a:br/>
            <a:br/>
            <a:r>
              <a:t>Dwa niezalezne strumienie:</a:t>
            </a:r>
            <a:br/>
            <a:r>
              <a:t>- Oryginal: 0-4095</a:t>
            </a:r>
            <a:br/>
            <a:r>
              <a:t>- Evil Twin: 0-2045</a:t>
            </a:r>
            <a:br/>
            <a:r>
              <a:t>- Brak nakladania sie zakresow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840480"/>
            <a:ext cx="11274552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</a:defRPr>
            </a:pPr>
            <a:r>
              <a:t>Wszystkie trzy metody lacznie daja 100% pewnosc wykrycia Evil Twin.</a:t>
            </a:r>
            <a:br/>
            <a:r>
              <a:t>Zadna z metod pojedynczo nie wystarczy, ale kombinacja wszystkich trzech</a:t>
            </a:r>
            <a:br/>
            <a:r>
              <a:t>stanowi niepodwazalny dowod na obecnosc nieautoryzowanego AP.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D4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Metoda 1: Fingerprinting IE - roznice sprzetowe</a:t>
            </a:r>
          </a:p>
        </p:txBody>
      </p:sp>
      <p:pic>
        <p:nvPicPr>
          <p:cNvPr id="4" name="Picture 3" descr="evil_twin_analys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7315200" cy="5029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0" y="1097280"/>
            <a:ext cx="3657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00000"/>
                </a:solidFill>
              </a:defRPr>
            </a:pPr>
            <a:r>
              <a:t>Co widac na wykresie:</a:t>
            </a:r>
            <a:br/>
            <a:br/>
            <a:r>
              <a:t>Oryginalny AP (czerwone slupki)</a:t>
            </a:r>
            <a:br/>
            <a:r>
              <a:t>ma WSZYSTKIE zaawansowane</a:t>
            </a:r>
            <a:br/>
            <a:r>
              <a:t>funkcje:</a:t>
            </a:r>
            <a:br/>
            <a:r>
              <a:t>- Szybkie WiFi 802.11n</a:t>
            </a:r>
            <a:br/>
            <a:r>
              <a:t>- Producent (Microsoft WPS)</a:t>
            </a:r>
            <a:br/>
            <a:r>
              <a:t>- Ograniczenie mocy</a:t>
            </a:r>
            <a:br/>
            <a:r>
              <a:t>- Szeroki kanal 40MHz</a:t>
            </a:r>
            <a:br/>
            <a:br/>
            <a:r>
              <a:t>Nasz Evil Twin (zielone slupki)</a:t>
            </a:r>
            <a:br/>
            <a:r>
              <a:t>nie ma NICZEGO - to prosta</a:t>
            </a:r>
            <a:br/>
            <a:r>
              <a:t>karta USB Ralink RT5572.</a:t>
            </a:r>
            <a:br/>
            <a:br/>
            <a:r>
              <a:t>Wynik: 15/18 IE rozniacych sie</a:t>
            </a:r>
            <a:br/>
            <a:r>
              <a:t>certyfikat sprzetowej roznicy!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D4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Metoda 2: Analiza RSSI - anomalia sygnalu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00000"/>
                </a:solidFill>
              </a:defRPr>
            </a:pPr>
            <a:r>
              <a:t>Wyniki pomiarow RSSI:</a:t>
            </a:r>
            <a:br/>
            <a:br/>
            <a:r>
              <a:t>  Oryginalny AP (7C:F1:7E:C1:7B:95)</a:t>
            </a:r>
            <a:br/>
            <a:r>
              <a:t>  Srednia: -42.1 dBm (odlegly router)</a:t>
            </a:r>
            <a:br/>
            <a:br/>
            <a:r>
              <a:t>  Evil Twin AP (64:70:02:18:B9:22)</a:t>
            </a:r>
            <a:br/>
            <a:r>
              <a:t>  Srednia: -22.8 dBm (karta obok)</a:t>
            </a:r>
            <a:br/>
            <a:br/>
            <a:r>
              <a:t>  Delta: 20.3 dBm</a:t>
            </a:r>
            <a:br/>
            <a:br/>
            <a:r>
              <a:t>Interpretacja:</a:t>
            </a:r>
            <a:br/>
            <a:br/>
            <a:r>
              <a:t>Dwa AP z tym samym SSID nie powinny</a:t>
            </a:r>
            <a:br/>
            <a:r>
              <a:t>miec tak roznego sygnalu. Roznica</a:t>
            </a:r>
            <a:br/>
            <a:r>
              <a:t>20 dBm oznacza, ze jeden AP jest</a:t>
            </a:r>
            <a:br/>
            <a:r>
              <a:t>ok. 10 razy blizej niz drugi.</a:t>
            </a:r>
            <a:br/>
            <a:br/>
            <a:r>
              <a:t>To klasyczna anomalia dla ataku</a:t>
            </a:r>
            <a:br/>
            <a:r>
              <a:t>Evil Twin - atakujacy umieszcza</a:t>
            </a:r>
            <a:br/>
            <a:r>
              <a:t>karte blisko ofiary.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0" y="1371600"/>
            <a:ext cx="4572000" cy="41148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0" y="1554480"/>
            <a:ext cx="4114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0000"/>
                </a:solidFill>
              </a:defRPr>
            </a:pPr>
            <a:r>
              <a:t>Jak to wykorzystac w detekcji?</a:t>
            </a:r>
            <a:br/>
            <a:br/>
            <a:r>
              <a:t>Regularnie monitoruj RSSI wszystkich</a:t>
            </a:r>
            <a:br/>
            <a:r>
              <a:t>AP z tym samym SSID. Jesli zauwazysz</a:t>
            </a:r>
            <a:br/>
            <a:r>
              <a:t>nagle pojawienie sie drugiego AP</a:t>
            </a:r>
            <a:br/>
            <a:r>
              <a:t>z roznica sygnalu &gt;10 dBm - alarm!</a:t>
            </a:r>
            <a:br/>
            <a:br/>
            <a:r>
              <a:t>Ograniczenie:</a:t>
            </a:r>
            <a:br/>
            <a:r>
              <a:t>Doswiadczony atakujacy moze</a:t>
            </a:r>
            <a:br/>
            <a:r>
              <a:t>dostosowac moc nadawania.</a:t>
            </a:r>
            <a:br/>
            <a:br/>
            <a:r>
              <a:t>Zaleta:</a:t>
            </a:r>
            <a:br/>
            <a:r>
              <a:t>Nie wymaga dodatkowego sprzetu -</a:t>
            </a:r>
            <a:br/>
            <a:r>
              <a:t>wystarczy karta w trybie monitor.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D4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Metoda 3: Sequence Numbers - dwa niezalezne strumienie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00000"/>
                </a:solidFill>
              </a:defRPr>
            </a:pPr>
            <a:r>
              <a:t>Jak to dziala:</a:t>
            </a:r>
            <a:br/>
            <a:br/>
            <a:r>
              <a:t>Kazda karta Wi-Fi ma 12-bitowy</a:t>
            </a:r>
            <a:br/>
            <a:r>
              <a:t>sprzetowy licznik ramek (0-4095).</a:t>
            </a:r>
            <a:br/>
            <a:br/>
            <a:r>
              <a:t>Jesli dwa AP nadaja ten sam SSID,</a:t>
            </a:r>
            <a:br/>
            <a:r>
              <a:t>kazdy ma wlasny niezalezny licznik.</a:t>
            </a:r>
            <a:br/>
            <a:br/>
            <a:r>
              <a:t>Na wykresie widac DWA strumienie</a:t>
            </a:r>
            <a:br/>
            <a:r>
              <a:t>numerow sekwencyjnych - to dowod</a:t>
            </a:r>
            <a:br/>
            <a:r>
              <a:t>ze nadaja dwa rozne urzadzenia.</a:t>
            </a:r>
            <a:br/>
            <a:br/>
            <a:r>
              <a:t>Wyniki z eksperymentu:</a:t>
            </a:r>
            <a:br/>
            <a:br/>
            <a:r>
              <a:t>  Oryginal: seq 0 - 4095 (pelny cykl)</a:t>
            </a:r>
            <a:br/>
            <a:r>
              <a:t>  Evil Twin: seq 0 - 2045</a:t>
            </a:r>
            <a:br/>
            <a:r>
              <a:t>  Brak nakladania sie zakresow</a:t>
            </a:r>
            <a:br/>
            <a:br/>
            <a:r>
              <a:t>Zaleta: licznik jest w hardware -</a:t>
            </a:r>
            <a:br/>
            <a:r>
              <a:t>nie da sie zmanipulowac.</a:t>
            </a:r>
          </a:p>
        </p:txBody>
      </p:sp>
      <p:pic>
        <p:nvPicPr>
          <p:cNvPr id="5" name="Picture 4" descr="evil_twin_analys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097280"/>
            <a:ext cx="50292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D4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Eksperyment: 10 cykli ON/OFF Evil Twin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00000"/>
                </a:solidFill>
              </a:defRPr>
            </a:pPr>
            <a:r>
              <a:t>Przebieg eksperymentu:</a:t>
            </a:r>
            <a:br/>
            <a:br/>
            <a:r>
              <a:t>1. iPhone na Evil Twin AP</a:t>
            </a:r>
            <a:br/>
            <a:r>
              <a:t>2. Wylaczenie AP (pkill hostapd)</a:t>
            </a:r>
            <a:br/>
            <a:r>
              <a:t>3. iPhone traci polaczenie (~5s)</a:t>
            </a:r>
            <a:br/>
            <a:r>
              <a:t>4. Wlaczenie AP (create_ap)</a:t>
            </a:r>
            <a:br/>
            <a:r>
              <a:t>5. iPhone reconnectuje (~6s)</a:t>
            </a:r>
            <a:br/>
            <a:r>
              <a:t>6. Powtorzono 10 razy</a:t>
            </a:r>
            <a:br/>
            <a:br/>
            <a:r>
              <a:t>Wyniki:</a:t>
            </a:r>
            <a:br/>
            <a:br/>
            <a:r>
              <a:t>  Pakiety: 55 490</a:t>
            </a:r>
            <a:br/>
            <a:r>
              <a:t>  Beacony: 6 810</a:t>
            </a:r>
            <a:br/>
            <a:r>
              <a:t>  Sukces reconnectu: 10/10 (100%)</a:t>
            </a:r>
            <a:br/>
            <a:r>
              <a:t>  Sredni czas: ~6s</a:t>
            </a:r>
            <a:br/>
            <a:br/>
            <a:r>
              <a:t>Wykres Seq Numbers pokazuje</a:t>
            </a:r>
            <a:br/>
            <a:r>
              <a:t>wyraznie 10 cykli - "gorzki"</a:t>
            </a:r>
            <a:br/>
            <a:r>
              <a:t>widoczne na zielonej linii.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0" y="1371600"/>
            <a:ext cx="4572000" cy="41148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0" y="1554480"/>
            <a:ext cx="4114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0000"/>
                </a:solidFill>
              </a:defRPr>
            </a:pPr>
            <a:r>
              <a:t>Co udowodnilismy:</a:t>
            </a:r>
            <a:br/>
            <a:br/>
            <a:r>
              <a:t>1. Evil Twin moze byc skutecznie</a:t>
            </a:r>
            <a:br/>
            <a:r>
              <a:t>   uzywany do przejmowania klientow</a:t>
            </a:r>
            <a:br/>
            <a:br/>
            <a:r>
              <a:t>2. iPhone przechodzi miedzy AP</a:t>
            </a:r>
            <a:br/>
            <a:r>
              <a:t>   automatycznie - bez interwencji</a:t>
            </a:r>
            <a:br/>
            <a:r>
              <a:t>   uzytkownika</a:t>
            </a:r>
            <a:br/>
            <a:br/>
            <a:r>
              <a:t>3. Czas reconnectu to ~6s -</a:t>
            </a:r>
            <a:br/>
            <a:r>
              <a:t>   wystarczajaco szybko zeby</a:t>
            </a:r>
            <a:br/>
            <a:r>
              <a:t>   uzytkownik nie zauwazyl</a:t>
            </a:r>
            <a:br/>
            <a:br/>
            <a:r>
              <a:t>4. Sequence Numbers jednoznacznie</a:t>
            </a:r>
            <a:br/>
            <a:r>
              <a:t>   potwierdzaja 2 urzadzenia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D4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Porownanie trzech typow atakow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00000"/>
                </a:solidFill>
              </a:defRPr>
            </a:pPr>
            <a:r>
              <a:t>  Cecha                      | Evil Twin            | KARMA                 | MANA</a:t>
            </a:r>
            <a:br/>
            <a:br/>
            <a:r>
              <a:t>  Mechanizm                 | Klonowanie SSID      | Odpowiada na          | Directed probes</a:t>
            </a:r>
            <a:br/>
            <a:r>
              <a:t>                            | + deauth             | probe requesty        | + Loud Mode</a:t>
            </a:r>
            <a:br/>
            <a:br/>
            <a:r>
              <a:t>  Wymusza rozlaczenie?      | TAK (deauth)         | NIE                   | NIE</a:t>
            </a:r>
            <a:br/>
            <a:br/>
            <a:r>
              <a:t>  Zna SSID ofiary?          | TAK                  | NIE                   | NIE</a:t>
            </a:r>
            <a:br/>
            <a:br/>
            <a:r>
              <a:t>  BSSID vs SSID             | Wiele -&gt; 1 SSID      | 1 BSSID -&gt; wiele      | 1 BSSID -&gt; wiele</a:t>
            </a:r>
            <a:br/>
            <a:br/>
            <a:r>
              <a:t>  Skutecznosc               | WYSOKA               | SREDNIA               | BARDZO WYSOKA</a:t>
            </a:r>
            <a:br/>
            <a:br/>
            <a:r>
              <a:t>  Wykrywanie                | Duplikat SSID        | Anomalia 1 BSSID      | Loud beacony</a:t>
            </a:r>
            <a:br/>
            <a:r>
              <a:t>                            |                      | wiele SSID            |</a:t>
            </a:r>
            <a:br/>
            <a:br/>
            <a:r>
              <a:t>  Ochrona przed atakiem     | 802.11w (PMF)        | Pasywne skanowanie    | WIDS/WIPS</a:t>
            </a:r>
            <a:br/>
            <a:r>
              <a:t>                            |                      | iOS/Android            |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D4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WiFiSlayer - narzedzie pomocnicze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00000"/>
                </a:solidFill>
              </a:defRPr>
            </a:pPr>
            <a:r>
              <a:t>Co to jest?</a:t>
            </a:r>
            <a:br/>
            <a:br/>
            <a:r>
              <a:t>WiFiSlayer (github.com/waheeb71/WiFiSlayer)</a:t>
            </a:r>
            <a:br/>
            <a:r>
              <a:t>to framework do audytu sieci WiFi.</a:t>
            </a:r>
            <a:br/>
            <a:br/>
            <a:r>
              <a:t>Funkcjonalnosci:</a:t>
            </a:r>
            <a:br/>
            <a:r>
              <a:t>- Evil Twin z captive portalem</a:t>
            </a:r>
            <a:br/>
            <a:r>
              <a:t>- WPA/WPA2 Handshake capture</a:t>
            </a:r>
            <a:br/>
            <a:r>
              <a:t>- PMKID attack (bez klienta)</a:t>
            </a:r>
            <a:br/>
            <a:r>
              <a:t>- Deauth flooding</a:t>
            </a:r>
            <a:br/>
            <a:r>
              <a:t>- Beacon flooding</a:t>
            </a:r>
            <a:br/>
            <a:r>
              <a:t>- WPS exploitation</a:t>
            </a:r>
            <a:br/>
            <a:r>
              <a:t>- Auto-Pwn (wszystko automatycznie)</a:t>
            </a:r>
            <a:br/>
            <a:r>
              <a:t>- MAC spoofing</a:t>
            </a:r>
            <a:br/>
            <a:br/>
            <a:r>
              <a:t>Licencja: open source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0" y="1371600"/>
            <a:ext cx="5029200" cy="4572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0" y="155448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0000"/>
                </a:solidFill>
              </a:defRPr>
            </a:pPr>
            <a:r>
              <a:t>Nasze doswiadczenia:</a:t>
            </a:r>
            <a:br/>
            <a:br/>
            <a:r>
              <a:t>WiFiSlayer Captive Portal:</a:t>
            </a:r>
            <a:br/>
            <a:r>
              <a:t>- Uruchomiony na naszym Evil Twin AP</a:t>
            </a:r>
            <a:br/>
            <a:r>
              <a:t>- DNS redirect (#/192.168.200.1)</a:t>
            </a:r>
            <a:br/>
            <a:r>
              <a:t>- Strona "Router Firmware Update"</a:t>
            </a:r>
            <a:br/>
            <a:r>
              <a:t>- Przechwycone haslo: mama1234</a:t>
            </a:r>
            <a:br/>
            <a:br/>
            <a:r>
              <a:t>Screenshot strony logowania</a:t>
            </a:r>
            <a:br/>
            <a:r>
              <a:t>znajduje sie w folderze media/.</a:t>
            </a:r>
            <a:br/>
            <a:br/>
            <a:r>
              <a:t>WiFiSlayer potwierdza, ze zewnetrzne</a:t>
            </a:r>
            <a:br/>
            <a:r>
              <a:t>narzedzia moga byc uzywane do atakow</a:t>
            </a:r>
            <a:br/>
            <a:r>
              <a:t>Evil Twin - nasze wlasne skrypty</a:t>
            </a:r>
            <a:br/>
            <a:r>
              <a:t>sluza do DETEKCJI (analyze_pcap.py,</a:t>
            </a:r>
            <a:br/>
            <a:r>
              <a:t>beacon_diff.py).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D4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Mitygacja - jak sie chronic?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00000"/>
                </a:solidFill>
              </a:defRPr>
            </a:pPr>
            <a:r>
              <a:t>Dla administratorow sieci:</a:t>
            </a:r>
            <a:br/>
            <a:br/>
            <a:r>
              <a:t>  802.11w (PMF) - Protected Management</a:t>
            </a:r>
            <a:br/>
            <a:r>
              <a:t>  Frames - szyfruje ramki zarzadzania,</a:t>
            </a:r>
            <a:br/>
            <a:r>
              <a:t>  blokuje ataki deauth.</a:t>
            </a:r>
            <a:br/>
            <a:br/>
            <a:r>
              <a:t>  WIDS/WIPS - systemy detekcji</a:t>
            </a:r>
            <a:br/>
            <a:r>
              <a:t>  monitorujace duplikaty SSID</a:t>
            </a:r>
            <a:br/>
            <a:r>
              <a:t>  i anomalie RSSI.</a:t>
            </a:r>
            <a:br/>
            <a:br/>
            <a:r>
              <a:t>  EAP-TLS - certyfikaty dla AP -</a:t>
            </a:r>
            <a:br/>
            <a:r>
              <a:t>  klient weryfikuje tozsamosc AP.</a:t>
            </a:r>
            <a:br/>
            <a:br/>
            <a:r>
              <a:t>  Regularne skanowanie eteru</a:t>
            </a:r>
            <a:br/>
            <a:r>
              <a:t>  w poszukiwaniu nieznanych AP.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09728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00000"/>
                </a:solidFill>
              </a:defRPr>
            </a:pPr>
            <a:r>
              <a:t>Dla uzytkownikow:</a:t>
            </a:r>
            <a:br/>
            <a:br/>
            <a:r>
              <a:t>  VPN - szyfruje caly ruch,</a:t>
            </a:r>
            <a:br/>
            <a:r>
              <a:t>  nawet na rogue AP dane sa</a:t>
            </a:r>
            <a:br/>
            <a:r>
              <a:t>  bezpieczne.</a:t>
            </a:r>
            <a:br/>
            <a:br/>
            <a:r>
              <a:t>  Unikanie otwartych, nieznanych</a:t>
            </a:r>
            <a:br/>
            <a:r>
              <a:t>  sieci WiFi.</a:t>
            </a:r>
            <a:br/>
            <a:br/>
            <a:r>
              <a:t>  Sprawdzanie certyfikatow HTTPS</a:t>
            </a:r>
            <a:br/>
            <a:r>
              <a:t>  (zielona klodka).</a:t>
            </a:r>
            <a:br/>
            <a:br/>
            <a:r>
              <a:t>  Wylaczenie auto-join dla</a:t>
            </a:r>
            <a:br/>
            <a:r>
              <a:t>  zapisanych sieci.</a:t>
            </a:r>
            <a:br/>
            <a:br/>
            <a:r>
              <a:t>  Uzywanie DNS-over-HTTPS</a:t>
            </a:r>
            <a:br/>
            <a:r>
              <a:t>  (chroni przed podslychem DNS).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560320"/>
            <a:ext cx="12188952" cy="2743200"/>
          </a:xfrm>
          <a:prstGeom prst="rect">
            <a:avLst/>
          </a:prstGeom>
          <a:solidFill>
            <a:srgbClr val="D4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Podsumowanie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320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</a:defRPr>
            </a:pPr>
            <a:r>
              <a:t>Przeprowadzone ataki</a:t>
            </a:r>
            <a:br/>
            <a:br/>
            <a:r>
              <a:t>3 typy</a:t>
            </a:r>
            <a:br/>
            <a:r>
              <a:t>Evil Twin, KARMA, MANA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97680" y="914400"/>
            <a:ext cx="320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</a:defRPr>
            </a:pPr>
            <a:r>
              <a:t>Metody detekcji</a:t>
            </a:r>
            <a:br/>
            <a:br/>
            <a:r>
              <a:t>3 metody</a:t>
            </a:r>
            <a:br/>
            <a:r>
              <a:t>IE + RSSI + Seq Numbers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38160" y="914400"/>
            <a:ext cx="320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</a:defRPr>
            </a:pPr>
            <a:r>
              <a:t>Dane eksperymentalne</a:t>
            </a:r>
            <a:br/>
            <a:br/>
            <a:r>
              <a:t>55k+ pakietow</a:t>
            </a:r>
            <a:br/>
            <a:r>
              <a:t>10 cykli ON/OFF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4864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66666"/>
                </a:solidFill>
              </a:defRPr>
            </a:pPr>
            <a:r>
              <a:t>Narzedzia open source: analyze_pcap.py  |  beacon_diff.py  |  github.com/Hose-Zur/BBSK-Evil-Twin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601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Dziekujemy za uwage!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657600"/>
            <a:ext cx="103601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666666"/>
                </a:solidFill>
              </a:defRPr>
            </a:pPr>
            <a:r>
              <a:t>Pytania?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029200"/>
            <a:ext cx="103601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66666"/>
                </a:solidFill>
              </a:defRPr>
            </a:pPr>
            <a:r>
              <a:t>github.com/Hose-Zur/BBSK-Evil-Twin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